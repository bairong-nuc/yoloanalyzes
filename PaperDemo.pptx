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60" r:id="rId6"/>
    <p:sldId id="259" r:id="rId7"/>
    <p:sldId id="261" r:id="rId8"/>
    <p:sldId id="262" r:id="rId9"/>
    <p:sldId id="263" r:id="rId10"/>
    <p:sldId id="265" r:id="rId11"/>
    <p:sldId id="268" r:id="rId12"/>
    <p:sldId id="266" r:id="rId13"/>
    <p:sldId id="267" r:id="rId14"/>
    <p:sldId id="269" r:id="rId15"/>
    <p:sldId id="270" r:id="rId1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2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zh-CN" altLang="zh-CN" sz="4400" kern="1200" baseline="0">
                <a:latin typeface="+mj-lt"/>
                <a:ea typeface="+mj-ea"/>
                <a:cs typeface="+mj-cs"/>
              </a:rPr>
              <a:t>如何使用</a:t>
            </a:r>
            <a:r>
              <a:rPr lang="en-US" altLang="zh-CN" sz="4400" kern="1200" baseline="0">
                <a:latin typeface="+mj-lt"/>
                <a:ea typeface="+mj-ea"/>
                <a:cs typeface="+mj-cs"/>
              </a:rPr>
              <a:t>AI</a:t>
            </a:r>
            <a:r>
              <a:rPr lang="zh-CN" altLang="en-US" sz="4400" kern="1200" baseline="0">
                <a:latin typeface="+mj-lt"/>
                <a:ea typeface="+mj-ea"/>
                <a:cs typeface="+mj-cs"/>
              </a:rPr>
              <a:t>辅助论文</a:t>
            </a:r>
            <a:r>
              <a:rPr lang="zh-CN" altLang="en-US" sz="4400" kern="1200" baseline="0">
                <a:latin typeface="+mj-lt"/>
                <a:ea typeface="+mj-ea"/>
                <a:cs typeface="+mj-cs"/>
              </a:rPr>
              <a:t>写作</a:t>
            </a:r>
            <a:endParaRPr lang="zh-CN" altLang="en-US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2050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t" anchorCtr="0"/>
          <a:p>
            <a:pPr defTabSz="914400">
              <a:buClrTx/>
              <a:buSzTx/>
              <a:buFontTx/>
            </a:pPr>
            <a:r>
              <a:rPr lang="en-US" altLang="zh-CN" sz="3200" kern="1200" baseline="0">
                <a:latin typeface="+mn-lt"/>
                <a:ea typeface="+mn-ea"/>
                <a:cs typeface="+mn-cs"/>
              </a:rPr>
              <a:t>Github Copilot</a:t>
            </a:r>
            <a:br>
              <a:rPr lang="en-US" altLang="zh-CN" sz="3200" kern="1200" baseline="0">
                <a:latin typeface="+mn-lt"/>
                <a:ea typeface="+mn-ea"/>
                <a:cs typeface="+mn-cs"/>
              </a:rPr>
            </a:br>
            <a:br>
              <a:rPr lang="en-US" altLang="zh-CN" sz="3200" kern="1200" baseline="0">
                <a:latin typeface="+mn-lt"/>
                <a:ea typeface="+mn-ea"/>
                <a:cs typeface="+mn-cs"/>
              </a:rPr>
            </a:br>
            <a:r>
              <a:rPr lang="zh-CN" altLang="en-US" sz="3200" kern="1200" baseline="0">
                <a:latin typeface="+mn-lt"/>
                <a:ea typeface="+mn-ea"/>
                <a:cs typeface="+mn-cs"/>
              </a:rPr>
              <a:t>以分析批判性</a:t>
            </a:r>
            <a:r>
              <a:rPr lang="zh-CN" altLang="en-US" sz="3200" kern="1200" baseline="0">
                <a:latin typeface="+mn-lt"/>
                <a:ea typeface="+mn-ea"/>
                <a:cs typeface="+mn-cs"/>
              </a:rPr>
              <a:t>阅读作业为</a:t>
            </a:r>
            <a:r>
              <a:rPr lang="zh-CN" altLang="en-US" sz="3200" kern="1200" baseline="0">
                <a:latin typeface="+mn-lt"/>
                <a:ea typeface="+mn-ea"/>
                <a:cs typeface="+mn-cs"/>
              </a:rPr>
              <a:t>例</a:t>
            </a:r>
            <a:endParaRPr lang="zh-CN" altLang="en-US" sz="3200" kern="1200" baseline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4475" y="172720"/>
            <a:ext cx="8656320" cy="5953760"/>
          </a:xfrm>
        </p:spPr>
        <p:txBody>
          <a:bodyPr/>
          <a:p>
            <a:pPr marL="0" indent="0">
              <a:buNone/>
            </a:pPr>
            <a:r>
              <a:rPr lang="en-US" altLang="zh-CN"/>
              <a:t>Copilot</a:t>
            </a:r>
            <a:r>
              <a:rPr lang="zh-CN" altLang="en-US"/>
              <a:t>介绍</a:t>
            </a:r>
            <a:r>
              <a:rPr lang="en-US" altLang="zh-CN"/>
              <a:t>: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整合了</a:t>
            </a:r>
            <a:r>
              <a:rPr lang="en-US" altLang="zh-CN"/>
              <a:t>OpenAI, Claude,Gemin</a:t>
            </a:r>
            <a:r>
              <a:rPr lang="zh-CN" altLang="en-US"/>
              <a:t>各种模型</a:t>
            </a:r>
            <a:r>
              <a:rPr lang="zh-CN" altLang="en-US"/>
              <a:t>平台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优点</a:t>
            </a:r>
            <a:r>
              <a:rPr lang="en-US" altLang="zh-CN"/>
              <a:t>: </a:t>
            </a:r>
            <a:r>
              <a:rPr lang="zh-CN" altLang="en-US"/>
              <a:t>请求便宜一个月</a:t>
            </a:r>
            <a:r>
              <a:rPr lang="en-US" altLang="zh-CN"/>
              <a:t>10</a:t>
            </a:r>
            <a:r>
              <a:rPr lang="zh-CN" altLang="en-US"/>
              <a:t>美元</a:t>
            </a:r>
            <a:r>
              <a:rPr lang="en-US" altLang="zh-CN"/>
              <a:t>; </a:t>
            </a:r>
            <a:r>
              <a:rPr lang="zh-CN" altLang="en-US"/>
              <a:t>稳定</a:t>
            </a:r>
            <a:r>
              <a:rPr lang="zh-CN" altLang="en-US"/>
              <a:t>不封号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缺点</a:t>
            </a:r>
            <a:r>
              <a:rPr lang="en-US" altLang="zh-CN"/>
              <a:t>: </a:t>
            </a:r>
            <a:r>
              <a:rPr lang="zh-CN" altLang="en-US"/>
              <a:t>只适合工程类</a:t>
            </a:r>
            <a:r>
              <a:rPr lang="zh-CN" altLang="en-US"/>
              <a:t>项目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8665" y="2564765"/>
            <a:ext cx="4585335" cy="42246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550" y="3874770"/>
            <a:ext cx="4221480" cy="2688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 Instruction File(</a:t>
            </a:r>
            <a:r>
              <a:rPr lang="zh-CN" altLang="en-US"/>
              <a:t>背景知识</a:t>
            </a:r>
            <a:r>
              <a:rPr lang="en-US" altLang="zh-CN"/>
              <a:t>)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2. Prompt File(</a:t>
            </a:r>
            <a:r>
              <a:rPr lang="zh-CN" altLang="en-US"/>
              <a:t>快捷指令</a:t>
            </a:r>
            <a:r>
              <a:rPr lang="en-US" altLang="zh-CN"/>
              <a:t>,</a:t>
            </a:r>
            <a:r>
              <a:rPr lang="zh-CN" altLang="en-US"/>
              <a:t>自动运行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 Custom Agent(</a:t>
            </a:r>
            <a:r>
              <a:rPr lang="zh-CN" altLang="en-US"/>
              <a:t>行为设定</a:t>
            </a:r>
            <a:r>
              <a:rPr lang="en-US" altLang="zh-CN"/>
              <a:t>)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4. Agent Skill(</a:t>
            </a:r>
            <a:r>
              <a:rPr lang="zh-CN" altLang="en-US"/>
              <a:t>技能模组</a:t>
            </a:r>
            <a:r>
              <a:rPr lang="en-US" altLang="zh-CN"/>
              <a:t>)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MCP(</a:t>
            </a:r>
            <a:r>
              <a:rPr lang="zh-CN" altLang="en-US"/>
              <a:t>统一工具标准</a:t>
            </a:r>
            <a:r>
              <a:rPr lang="en-US" altLang="zh-CN"/>
              <a:t>)-&gt;Agent(</a:t>
            </a:r>
            <a:r>
              <a:rPr lang="zh-CN" altLang="en-US"/>
              <a:t>执行流</a:t>
            </a:r>
            <a:r>
              <a:rPr lang="en-US" altLang="zh-CN"/>
              <a:t>)-&gt;Agent Skill(2026 </a:t>
            </a:r>
            <a:r>
              <a:rPr lang="zh-CN" altLang="en-US"/>
              <a:t>执行流的封装</a:t>
            </a:r>
            <a:r>
              <a:rPr lang="en-US" altLang="zh-CN"/>
              <a:t>)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205740"/>
            <a:ext cx="9152255" cy="6635115"/>
          </a:xfrm>
        </p:spPr>
        <p:txBody>
          <a:bodyPr/>
          <a:p>
            <a:pPr marL="0" indent="0">
              <a:buNone/>
            </a:pPr>
            <a:r>
              <a:rPr lang="zh-CN" altLang="en-US"/>
              <a:t>流程</a:t>
            </a:r>
            <a:r>
              <a:rPr lang="en-US" altLang="zh-CN"/>
              <a:t>: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明确论文选题</a:t>
            </a:r>
            <a:r>
              <a:rPr lang="en-US" altLang="zh-CN"/>
              <a:t>,</a:t>
            </a:r>
            <a:r>
              <a:rPr lang="zh-CN" altLang="en-US"/>
              <a:t>下载对应</a:t>
            </a:r>
            <a:r>
              <a:rPr lang="en-US" altLang="zh-CN"/>
              <a:t>pdf (</a:t>
            </a:r>
            <a:r>
              <a:rPr lang="zh-CN" altLang="en-US"/>
              <a:t>非重点讲述</a:t>
            </a:r>
            <a:r>
              <a:rPr lang="en-US" altLang="zh-CN"/>
              <a:t>)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按照要求编写</a:t>
            </a:r>
            <a:r>
              <a:rPr lang="en-US" altLang="zh-CN"/>
              <a:t>Copilot Agent Skill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按照技能触发要求分析论文</a:t>
            </a:r>
            <a:r>
              <a:rPr lang="en-US" altLang="zh-CN"/>
              <a:t>Introduction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补充</a:t>
            </a:r>
            <a:r>
              <a:rPr lang="en-US" altLang="zh-CN"/>
              <a:t>:</a:t>
            </a:r>
            <a:r>
              <a:rPr lang="en-US" altLang="zh-CN">
                <a:sym typeface="+mn-ea"/>
              </a:rPr>
              <a:t>Copilot </a:t>
            </a:r>
            <a:r>
              <a:rPr lang="zh-CN" altLang="en-US">
                <a:sym typeface="+mn-ea"/>
              </a:rPr>
              <a:t>现有的</a:t>
            </a:r>
            <a:r>
              <a:rPr lang="en-US" altLang="zh-CN">
                <a:sym typeface="+mn-ea"/>
              </a:rPr>
              <a:t>Agent Skill</a:t>
            </a:r>
            <a:r>
              <a:rPr lang="zh-CN" altLang="en-US">
                <a:sym typeface="+mn-ea"/>
              </a:rPr>
              <a:t>链接</a:t>
            </a:r>
            <a:endParaRPr lang="en-US" altLang="zh-CN"/>
          </a:p>
          <a:p>
            <a:pPr marL="0" indent="0">
              <a:buNone/>
            </a:pPr>
            <a:r>
              <a:rPr lang="en-US" altLang="zh-CN" sz="2400"/>
              <a:t>https://github.com/anthropics/skills/tree/main/skills</a:t>
            </a:r>
            <a:endParaRPr lang="en-US" altLang="zh-CN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5715" y="981075"/>
            <a:ext cx="9149715" cy="4598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998220"/>
            <a:ext cx="9144000" cy="4656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Copilot Agent Skill</a:t>
            </a:r>
            <a:r>
              <a:rPr lang="zh-CN" altLang="en-US">
                <a:sym typeface="+mn-ea"/>
              </a:rPr>
              <a:t>编写</a:t>
            </a:r>
            <a:r>
              <a:rPr lang="zh-CN" altLang="en-US">
                <a:sym typeface="+mn-ea"/>
              </a:rPr>
              <a:t>流程</a:t>
            </a:r>
            <a:endParaRPr lang="zh-CN" altLang="en-US">
              <a:sym typeface="+mn-ea"/>
            </a:endParaRPr>
          </a:p>
        </p:txBody>
      </p:sp>
      <p:pic>
        <p:nvPicPr>
          <p:cNvPr id="12" name="内容占位符 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6830" y="1206500"/>
            <a:ext cx="4053840" cy="56502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465" y="1196975"/>
            <a:ext cx="3312795" cy="29965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92930" y="4367530"/>
            <a:ext cx="41395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refereces: </a:t>
            </a:r>
            <a:r>
              <a:rPr lang="zh-CN" altLang="en-US"/>
              <a:t>生成</a:t>
            </a:r>
            <a:r>
              <a:rPr lang="zh-CN" altLang="en-US"/>
              <a:t>规范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assets: </a:t>
            </a:r>
            <a:r>
              <a:rPr lang="zh-CN" altLang="en-US"/>
              <a:t>参考</a:t>
            </a:r>
            <a:r>
              <a:rPr lang="zh-CN" altLang="en-US"/>
              <a:t>图片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scripts: </a:t>
            </a:r>
            <a:r>
              <a:rPr lang="zh-CN" altLang="en-US"/>
              <a:t>技能使用</a:t>
            </a:r>
            <a:r>
              <a:rPr lang="zh-CN" altLang="en-US"/>
              <a:t>脚本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SKILL.md: </a:t>
            </a:r>
            <a:r>
              <a:rPr lang="zh-CN" altLang="en-US"/>
              <a:t>必须</a:t>
            </a:r>
            <a:r>
              <a:rPr lang="en-US" altLang="zh-CN"/>
              <a:t>,</a:t>
            </a:r>
            <a:r>
              <a:rPr lang="zh-CN" altLang="en-US"/>
              <a:t>其余文件夹</a:t>
            </a:r>
            <a:r>
              <a:rPr lang="zh-CN" altLang="en-US"/>
              <a:t>可选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21030"/>
            <a:ext cx="9144000" cy="54978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23665" y="1196975"/>
            <a:ext cx="1678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元信息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41670" y="2577465"/>
            <a:ext cx="1566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指令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0525" cy="6835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25" y="836930"/>
            <a:ext cx="4996815" cy="26123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3573145"/>
            <a:ext cx="4936490" cy="26885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375285"/>
            <a:ext cx="9143365" cy="6209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16840"/>
            <a:ext cx="4113530" cy="62445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530" y="116840"/>
            <a:ext cx="467931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3314700" cy="4946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0"/>
            <a:ext cx="3397250" cy="68224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950" y="0"/>
            <a:ext cx="2800350" cy="6826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274955"/>
            <a:ext cx="9143365" cy="5618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4605" y="548640"/>
            <a:ext cx="9158605" cy="50507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908685"/>
            <a:ext cx="9144000" cy="3543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WPS 演示</Application>
  <PresentationFormat/>
  <Paragraphs>47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如何使用AI辅助论文写作</vt:lpstr>
      <vt:lpstr>PowerPoint 演示文稿</vt:lpstr>
      <vt:lpstr>PowerPoint 演示文稿</vt:lpstr>
      <vt:lpstr>PowerPoint 演示文稿</vt:lpstr>
      <vt:lpstr>PowerPoint 演示文稿</vt:lpstr>
      <vt:lpstr>Copilot Agent Skill编写流程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BaiRong</cp:lastModifiedBy>
  <cp:revision>30</cp:revision>
  <dcterms:created xsi:type="dcterms:W3CDTF">2025-07-23T00:59:00Z</dcterms:created>
  <dcterms:modified xsi:type="dcterms:W3CDTF">2026-03-25T14:30:01Z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38DA6C07E81F4D418500C9D01BD008BB_12</vt:lpwstr>
  </property>
</Properties>
</file>